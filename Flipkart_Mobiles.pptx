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78" r:id="rId4"/>
    <p:sldId id="261" r:id="rId5"/>
    <p:sldId id="281" r:id="rId6"/>
    <p:sldId id="263" r:id="rId7"/>
    <p:sldId id="265" r:id="rId8"/>
    <p:sldId id="297" r:id="rId9"/>
    <p:sldId id="296" r:id="rId10"/>
    <p:sldId id="264" r:id="rId11"/>
    <p:sldId id="266" r:id="rId12"/>
    <p:sldId id="298" r:id="rId13"/>
    <p:sldId id="299" r:id="rId14"/>
    <p:sldId id="301" r:id="rId15"/>
    <p:sldId id="267" r:id="rId16"/>
    <p:sldId id="282" r:id="rId17"/>
    <p:sldId id="283" r:id="rId18"/>
    <p:sldId id="284" r:id="rId19"/>
    <p:sldId id="290" r:id="rId20"/>
    <p:sldId id="291" r:id="rId21"/>
    <p:sldId id="293" r:id="rId22"/>
    <p:sldId id="276" r:id="rId23"/>
    <p:sldId id="295" r:id="rId24"/>
    <p:sldId id="259" r:id="rId25"/>
    <p:sldId id="294" r:id="rId26"/>
  </p:sldIdLst>
  <p:sldSz cx="12192000" cy="6858000"/>
  <p:notesSz cx="6858000" cy="9144000"/>
  <p:embeddedFontLst>
    <p:embeddedFont>
      <p:font typeface="Libre Baskerville" panose="02000000000000000000" pitchFamily="2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55E02-B6F0-454C-BFB2-A7C8EFDCDAB6}" v="33" dt="2026-05-03T10:42:02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4990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sneha-bijjaragi-15594825a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 Flipkart(Mobiles)           	Company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87586-6431-ACC1-328A-F0C2B2421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827" y="2871041"/>
            <a:ext cx="3106994" cy="1743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78" y="1319683"/>
            <a:ext cx="10742724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 am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 BIJJARAGI,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MCA graduate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 strong passion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 Visualization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Skilled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real-world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uncover meaningful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Experienced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data extraction and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tools.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Passionate about solving real-world problems using data.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LINKEDIN 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www.linkedin.com/in/sneha-bijjaragi-15594825a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Preface: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519" y="1253331"/>
            <a:ext cx="9721645" cy="4351338"/>
          </a:xfrm>
        </p:spPr>
        <p:txBody>
          <a:bodyPr>
            <a:normAutofit fontScale="70000" lnSpcReduction="20000"/>
          </a:bodyPr>
          <a:lstStyle/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529551-351E-29B3-D395-1CBAF8948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523" y="1518971"/>
            <a:ext cx="4505204" cy="3820058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312EC609-4721-2AA8-B364-89E3E4624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196" y="1380797"/>
            <a:ext cx="70104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like Flipkart generate large amounts of       mobile product data.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mostly unstructured and not directly usable for analysis.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is used to extract key details like price, ratings, and specifications.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data is cleaned and converted into a structured format.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analyze this data to identify market trends and insights. </a:t>
            </a:r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93703" y="1610313"/>
            <a:ext cx="7793879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product data on platforms like Flipkart is highly dynamic and not readily available in a structured format for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Consumers and analysts face difficulty in comparing mobile phones across brands due to scattered information on pricing, features, and ratings.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limited access to consolidated data for understanding key factors influencing mobile purchasing decisions.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data-driven approach is required to extract, organize, and analyze this information to identify market trends and customer preferences.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27863-460A-7DFE-7212-6C0E5FE5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506" y="1385554"/>
            <a:ext cx="4482681" cy="31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439400-3E81-3BC1-1C56-5921B0163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336" y="1536174"/>
            <a:ext cx="1063624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Transforming raw mobile listings from Flipkart into a structured, analysis-ready dataset.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Designing a workflow that reflects real-world data pipelines, from extraction to insight generation.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hidden patterns in pricing, ratings, and product features across brands.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Simplifying complex product data into clear and meaningful visual insights.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Enabling effective comparison between mobile devices using data-driven methods.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Bridging the gap between raw web data and actionable market insights. 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186791" y="1563841"/>
            <a:ext cx="5702732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was selected as the data source.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developer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(Inspect Element) to locate relevant HTML tags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data from Flipkart.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fetch web pages.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ED15F5-A26F-79FD-49E5-B3C358DA4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8" y="216311"/>
            <a:ext cx="4404851" cy="25662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9DA38E-9767-55F8-2D3A-53BBA677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418" y="2782529"/>
            <a:ext cx="4463845" cy="32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8B203-6973-627E-D9DE-04801521FD32}"/>
              </a:ext>
            </a:extLst>
          </p:cNvPr>
          <p:cNvSpPr txBox="1"/>
          <p:nvPr/>
        </p:nvSpPr>
        <p:spPr>
          <a:xfrm>
            <a:off x="108155" y="216310"/>
            <a:ext cx="117692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Flowchart: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F17E5-8DFD-6C13-B5BD-D9E875C69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75" y="786579"/>
            <a:ext cx="4572000" cy="598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2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5159" y="298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992F8-1FC2-F7DE-D841-3ED13AA6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6" y="953324"/>
            <a:ext cx="11572568" cy="50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C1E3C-2078-CA4B-1C4D-B97552154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171" y="715693"/>
            <a:ext cx="4828635" cy="5138714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096155F-77F1-0673-F166-4F7107C89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94" y="695998"/>
            <a:ext cx="711902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and null values were identified and handled to maintain data completeness.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were removed to avoid redundancy and improve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 were corrected, especially for price and rating columns, to enable proper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 names and formats were standardized for consistency across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Irrelevant or incorrect entries were filtered out to improve data quality.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Outliers in price and ratings were identified and managed for better insights.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Unnecessary symbols like ₹, commas, and extra spaces were cleaned from text fields.</a:t>
            </a:r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0A0FAF-C3D4-B897-488D-6856E67EE059}"/>
              </a:ext>
            </a:extLst>
          </p:cNvPr>
          <p:cNvSpPr txBox="1"/>
          <p:nvPr/>
        </p:nvSpPr>
        <p:spPr>
          <a:xfrm>
            <a:off x="245806" y="304800"/>
            <a:ext cx="11661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Removing Null Values: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1E2A4C-5406-06B1-C2A4-B1878FFA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1012686"/>
            <a:ext cx="9507794" cy="522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58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D4F15F-E496-F944-B862-6485CF257BD7}"/>
              </a:ext>
            </a:extLst>
          </p:cNvPr>
          <p:cNvSpPr txBox="1"/>
          <p:nvPr/>
        </p:nvSpPr>
        <p:spPr>
          <a:xfrm>
            <a:off x="81242" y="91595"/>
            <a:ext cx="11877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Removing Null Values: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17DEAF-B567-451A-FA87-7E53E81DF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79" y="1012724"/>
            <a:ext cx="6980905" cy="56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65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93B07-9744-6115-E0E4-74E5D4AD86F2}"/>
              </a:ext>
            </a:extLst>
          </p:cNvPr>
          <p:cNvSpPr txBox="1"/>
          <p:nvPr/>
        </p:nvSpPr>
        <p:spPr>
          <a:xfrm>
            <a:off x="98323" y="235974"/>
            <a:ext cx="1194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Dataset after Removing Redundant Features: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65FD9-896C-438C-5179-35406C0B5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1122315"/>
            <a:ext cx="7796981" cy="55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02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268200" y="1341676"/>
            <a:ext cx="501194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 has the highest number of mobile listings in the dataset.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Realme, Samsung, and POCO show strong market presence.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brands dominate the dataset compared to premium brands.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has fewer listings than other smartphone brands.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highlights brand-wise distribution and market competition on Flipkart.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DF945-55F1-14B5-BB24-61C504E3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969357"/>
            <a:ext cx="5965847" cy="489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987" y="234626"/>
            <a:ext cx="4748981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32071-3A1F-9542-D1F4-9F3C94F9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852" y="969357"/>
            <a:ext cx="6105832" cy="503942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2F341B3-33C1-6FEC-6987-590818DAE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54" y="992027"/>
            <a:ext cx="540294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MOBILE PHONE PRICES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mobile phones are concentrated in the low to mid-price range (10,000 – 40,000).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distribution shows a gradual decrease in the number of phones as the price increases.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small number of high-priced phones extend the distribution towards the right side.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graph indicates a right-skewed distribution with a long tail of premium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Mid-range smartphones appear to dominate the dataset compared to budget and flagship models.</a:t>
            </a:r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84817-C726-E777-5D49-7021F9F3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21" y="752318"/>
            <a:ext cx="5420481" cy="44487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55F514-50FA-8770-3B4A-AFB3AC5B6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98" y="1103679"/>
            <a:ext cx="6263148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chart represents the brand-wise distribution of mobile listings.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Motorola dominates the dataset with the highest percentage share.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ealme and Samsung maintain a strong presence among top brands.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POCO and vivo contribute comparatively smaller shares.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distribution highlights the competitive presence of smartphone brands on Flipkart. </a:t>
            </a:r>
          </a:p>
        </p:txBody>
      </p:sp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E1087-B2BA-FF09-3E81-94F6055CF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425" y="969357"/>
            <a:ext cx="6766502" cy="463932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E339A12-0156-86FC-F78B-527516F1C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1" y="1570881"/>
            <a:ext cx="572237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mobile prices are concentrated in the mid-range (around 10k–40k).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price lies in the middle of this range.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high-priced outliers are clearly visible.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right-skewed due to premium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8D7F5-86EB-026A-C8B3-D862C9E02CF8}"/>
              </a:ext>
            </a:extLst>
          </p:cNvPr>
          <p:cNvSpPr txBox="1"/>
          <p:nvPr/>
        </p:nvSpPr>
        <p:spPr>
          <a:xfrm>
            <a:off x="362308" y="1397936"/>
            <a:ext cx="6284299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Rating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Higher-rated mobiles generally tend to have higher prices.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products are concentrated between ratings of 4.2 to 4.7.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Premium-priced mobiles usually receive better customer ratings.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outliers are visible with very high prices and ratings.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indicates a positive relationship between price and rating.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8D04E-C0E6-F624-455E-241F63CB3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59" y="1150374"/>
            <a:ext cx="5260492" cy="473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667108" y="1474881"/>
            <a:ext cx="5428891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 across Brands and Rating Categories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Higher-rated mobiles generally fall in the higher price range across most brands.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and vivo show wider price variations compared to other brands.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Realme and POCO mainly concentrate in the mid-range price segment.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 contains more lower-priced devices with fewer high-price models.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outliers indicate the presence of premium mobile models within certain brands.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3CECD-D3C6-3354-9498-524C177D3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93" y="891630"/>
            <a:ext cx="5555226" cy="523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F395A9-B3E7-BC7A-B2E9-6807618B0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61" y="1280206"/>
            <a:ext cx="706939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Price and Original Price are highly correlated (0.83).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Higher-priced mobiles tend to have better ratings.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ratings and reviews show a very strong correlation (0.96).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Page number has minimal impact on other variables.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Most negative correlations are weak and insignificant.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288EE-2524-8E18-417D-FC16E1A8F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95" y="969357"/>
            <a:ext cx="5402944" cy="48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12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58" y="145594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98" y="1098550"/>
            <a:ext cx="1080360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Data Extraction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Mobile product data was successfully scraped and converted into a structured dataset.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Price–Rating Relationship 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Higher-priced mobiles generally showed better customer ratings.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Brand-wise Market Trends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Different brands displayed noticeable variations in pricing and product distribution.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Engagement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Products with more ratings also received a higher number of 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Insights through EDA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Exploratory analysis and visualization revealed useful market and customer trends.</a:t>
            </a: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4947" y="331941"/>
            <a:ext cx="7346950" cy="77152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7224C5-28B7-7EE8-34EA-5814746E9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13" y="1425829"/>
            <a:ext cx="9753600" cy="3576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dynamic and unstructured data from Flipkart webpages.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missing values, duplicate records, and inconsistent formats during data cleaning.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relevant product features from complex HTML structures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volumes of product data efficiently across multiple pages.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raw scraped data into meaningful insights through visualization and analysis.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466DAD-25FF-3D8F-1EEE-78F17B05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1088</Words>
  <Application>Microsoft Office PowerPoint</Application>
  <PresentationFormat>Widescreen</PresentationFormat>
  <Paragraphs>168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Times New Roman</vt:lpstr>
      <vt:lpstr>Wingdings</vt:lpstr>
      <vt:lpstr>Calibri</vt:lpstr>
      <vt:lpstr>Libre Baskerville</vt:lpstr>
      <vt:lpstr>Arial</vt:lpstr>
      <vt:lpstr>Office Theme</vt:lpstr>
      <vt:lpstr>PowerPoint Presentation</vt:lpstr>
      <vt:lpstr>About Me:</vt:lpstr>
      <vt:lpstr>Preface:</vt:lpstr>
      <vt:lpstr>Introduction:</vt:lpstr>
      <vt:lpstr>Problem Statement:</vt:lpstr>
      <vt:lpstr>Objectives:</vt:lpstr>
      <vt:lpstr>Web Scraping:</vt:lpstr>
      <vt:lpstr>PowerPoint Presentation</vt:lpstr>
      <vt:lpstr>Dataset:</vt:lpstr>
      <vt:lpstr>Tools Used:</vt:lpstr>
      <vt:lpstr>Data Cleaning Steps:</vt:lpstr>
      <vt:lpstr>PowerPoint Presentation</vt:lpstr>
      <vt:lpstr>PowerPoint Presentation</vt:lpstr>
      <vt:lpstr>PowerPoint Presentation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Conclusion:</vt:lpstr>
      <vt:lpstr>Experiences &amp; Challenges: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Sneha Bijjaragi</cp:lastModifiedBy>
  <cp:revision>33</cp:revision>
  <dcterms:created xsi:type="dcterms:W3CDTF">2021-02-16T05:19:01Z</dcterms:created>
  <dcterms:modified xsi:type="dcterms:W3CDTF">2026-05-03T18:39:17Z</dcterms:modified>
</cp:coreProperties>
</file>